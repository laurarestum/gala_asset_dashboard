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Layouts/slideLayout25.xml" ContentType="application/vnd.openxmlformats-officedocument.presentationml.slideLayout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70" r:id="rId21"/>
    <p:sldId id="271" r:id="rId22"/>
    <p:sldId id="273" r:id="rId24"/>
    <p:sldId id="274" r:id="rId25"/>
    <p:sldId id="275" r:id="rId26"/>
    <p:sldId id="276" r:id="rId27"/>
    <p:sldId id="279" r:id="rId30"/>
    <p:sldId id="294" r:id="rId45"/>
    <p:sldId id="265" r:id="rId11"/>
    <p:sldId id="272" r:id="rId23"/>
    <p:sldId id="280" r:id="rId31"/>
    <p:sldId id="281" r:id="rId32"/>
    <p:sldId id="263" r:id="rId9"/>
    <p:sldId id="295" r:id="rId50"/>
    <p:sldId id="282" r:id="rId33"/>
    <p:sldId id="262" r:id="rId8"/>
    <p:sldId id="296" r:id="rId51"/>
    <p:sldId id="283" r:id="rId34"/>
    <p:sldId id="264" r:id="rId10"/>
    <p:sldId id="297" r:id="rId52"/>
    <p:sldId id="284" r:id="rId35"/>
    <p:sldId id="261" r:id="rId7"/>
    <p:sldId id="298" r:id="rId53"/>
    <p:sldId id="286" r:id="rId37"/>
    <p:sldId id="287" r:id="rId38"/>
    <p:sldId id="288" r:id="rId39"/>
    <p:sldId id="289" r:id="rId40"/>
    <p:sldId id="291" r:id="rId42"/>
    <p:sldId id="290" r:id="rId41"/>
    <p:sldId id="292" r:id="rId43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Montserrat Light" panose="00000000000000000000" pitchFamily="2" charset="0"/>
      <p:regular r:id="rId46"/>
    </p:embeddedFont>
    <p:embeddedFont>
      <p:font typeface="Montserrat SemiBold" panose="00000000000000000000" pitchFamily="2" charset="0"/>
      <p:regular r:id="rId47"/>
    </p:embeddedFont>
    <p:embeddedFont>
      <p:font typeface="Montserrat" panose="00000000000000000000" pitchFamily="2" charset="0"/>
      <p:regular r:id="rId48"/>
      <p:bold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slide" Target="slides/slide37.xml"/>
  
<Relationship Id="rId45" Type="http://schemas.openxmlformats.org/officeDocument/2006/relationships/slide" Target="slides/slide39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deck advances on click only (no auto-advance). Video slides are title cards; AV plays the videos from a separate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1 (Level Up).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2 (Heather’s Camp).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3 (Water Street).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4 (Envision Child Development Center).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5 (Program Legacy).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Edit the line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Relationship Id="rId3" Type="http://schemas.openxmlformats.org/officeDocument/2006/relationships/image" Target="../media/corner_bg.png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bg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722376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48056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94760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49103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2240280"/>
            <a:ext cx="3520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35584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742432"/>
            <a:ext cx="3822192" cy="5943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89788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4434840"/>
            <a:ext cx="4297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550408"/>
            <a:ext cx="201168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194560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702552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194560" y="5029200"/>
            <a:ext cx="32918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194560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702552" y="5029200"/>
            <a:ext cx="3017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pic>
        <p:nvPicPr>
          <p:cNvPr id="9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449824"/>
            <a:ext cx="164592" cy="164592"/>
          </a:xfrm>
          <a:prstGeom prst="rect">
            <a:avLst/>
          </a:prstGeom>
        </p:spPr>
      </p:pic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153912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352044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33172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One-line setup for the emcee</a:t>
            </a:r>
            <a:endParaRPr lang="en-US" sz="2800" dirty="0"/>
          </a:p>
        </p:txBody>
      </p:sp>
      <p:sp>
        <p:nvSpPr>
          <p:cNvPr id="4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190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dirty="0" spc="44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8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all sponsor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Relationship Id="rId3" Type="http://schemas.openxmlformats.org/officeDocument/2006/relationships/image" Target="../media/welcome_script_speaker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nvocation_bg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anthem_bg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hightouch_watermark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Relationship Id="rIdWM" Type="http://schemas.openxmlformats.org/officeDocument/2006/relationships/image" Target="../media/logo_6_meridian.png"/><Relationship Id="rIdAward" Type="http://schemas.openxmlformats.org/officeDocument/2006/relationships/image" Target="../media/award_2026_crystal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Relationship Id="rIdPaddleBg" Type="http://schemas.openxmlformats.org/officeDocument/2006/relationships/image" Target="../media/corner_bg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aruba_bg.jp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Legacy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generosity creates new possibilities for generations to come.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PLEASE FIND A SEAT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program will begin shortly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Speakers: Michael Monteferrante and Molly Edwards-Workman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52044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Michael Monteferrante</a:t>
            </a:r>
          </a:p>
          <a:p>
            <a:pPr algn="l">
              <a:spcAft>
                <a:spcPts val="240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PRESIDENT AND CEO</a:t>
            </a:r>
          </a:p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Molly Edwards-Workman</a:t>
            </a:r>
          </a:p>
          <a:p>
            <a:pPr algn="l">
              <a:spcAft>
                <a:spcPts val="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VICE PRESIDENT, FOUNDATION AND MISSION SERVICES</a:t>
            </a:r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pic>
        <p:nvPicPr>
          <p:cNvPr id="9005" name="Welcome script" descr="Courtney lettering in scr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196742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Speakers: Fund-A-Need, Molly Edwards-Workman and Courtney Wages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52044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Molly Edwards-Workman</a:t>
            </a:r>
          </a:p>
          <a:p>
            <a:pPr algn="l">
              <a:spcAft>
                <a:spcPts val="240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VICE PRESIDENT, FOUNDATION AND MISSION SERVICES</a:t>
            </a:r>
          </a:p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Courtney Wages</a:t>
            </a:r>
          </a:p>
          <a:p>
            <a:pPr algn="l">
              <a:spcAft>
                <a:spcPts val="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MANAGER, COMMUNITY PROGRAMS, EVENTS AND OUTREACH</a:t>
            </a:r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5" name="Segment"/>
          <p:cNvSpPr txBox="1"/>
          <p:nvPr/>
        </p:nvSpPr>
        <p:spPr>
          <a:xfrm>
            <a:off x="731520" y="306324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FUND-A-NEED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Rev. Dr. Robin McGonigle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Rev. Dr. Robin McGonigle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INVOCATION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Hashim Syed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Syed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NATIONAL ANTHEM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MISSION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 improve the quality of life and provide inspiration and opportunity for people who are blind or have low vision through employment, outreach, rehabilitation, education and research.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HighTouch watermark" descr="HighTouch Technologies logo, faded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120640" y="1417320"/>
            <a:ext cx="6583680" cy="1511503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Andrew Kon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Andrew Kon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REGIONAL DIRECTOR, TECHNOLOGY SOLUTIONS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THANK YOU TO OUR PRESENTING SPONSOR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Spirit of Philanthropy Award: Congratulations 6 Meridian</a:t>
            </a:r>
            <a:endParaRPr lang="en-US" sz="1800" dirty="0"/>
          </a:p>
        </p:txBody>
      </p:sp>
      <p:pic>
        <p:nvPicPr>
          <p:cNvPr id="3" name="Award photo" descr="Crystal Spirit of Philanthropy Award engraved Envision Spirit of Philanthropy Award 2026, Presented to 6 Meridian"/>
          <p:cNvPicPr>
            <a:picLocks noGrp="1" noChangeAspect="1"/>
          </p:cNvPicPr>
          <p:nvPr>
            <p:ph type="pic" idx="200" hasCustomPrompt="1"/>
          </p:nvPr>
        </p:nvPicPr>
        <p:blipFill>
          <a:blip r:embed="rIdAward"/>
          <a:stretch>
            <a:fillRect/>
          </a:stretch>
        </p:blipFill>
        <p:spPr>
          <a:xfrm>
            <a:off x="822960" y="640080"/>
            <a:ext cx="4754880" cy="5577840"/>
          </a:xfrm>
          <a:prstGeom prst="rect">
            <a:avLst/>
          </a:prstGeom>
        </p:spPr>
      </p:pic>
      <p:sp>
        <p:nvSpPr>
          <p:cNvPr id="4" name="Congratulations"/>
          <p:cNvSpPr txBox="1"/>
          <p:nvPr/>
        </p:nvSpPr>
        <p:spPr>
          <a:xfrm>
            <a:off x="6126480" y="196596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/>
            <a:r>
              <a:rPr lang="en-US" sz="3000" spc="3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CONGRATULATIONS</a:t>
            </a:r>
          </a:p>
        </p:txBody>
      </p:sp>
      <p:pic>
        <p:nvPicPr>
          <p:cNvPr id="5" name="6 Meridian logo" descr="6 Meridian logo"/>
          <p:cNvPicPr>
            <a:picLocks noChangeAspect="1"/>
          </p:cNvPicPr>
          <p:nvPr/>
        </p:nvPicPr>
        <p:blipFill>
          <a:blip r:embed="rIdWM"/>
          <a:stretch>
            <a:fillRect/>
          </a:stretch>
        </p:blipFill>
        <p:spPr>
          <a:xfrm>
            <a:off x="6126480" y="2788920"/>
            <a:ext cx="5120640" cy="1089329"/>
          </a:xfrm>
          <a:prstGeom prst="rect">
            <a:avLst/>
          </a:prstGeom>
        </p:spPr>
      </p:pic>
      <p:sp>
        <p:nvSpPr>
          <p:cNvPr id="6" name="Award name"/>
          <p:cNvSpPr txBox="1"/>
          <p:nvPr/>
        </p:nvSpPr>
        <p:spPr>
          <a:xfrm>
            <a:off x="6126480" y="419828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/>
            <a:r>
              <a:rPr lang="en-US" sz="2200" spc="3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SPIRIT OF PHILANTHROPY AWARD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FUND-A-NEED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Foundation and Mission Services provides life-enhancing services for every age and stage of vision loss. 100% of your gift goes directly to mission services for people who are blind or have low vision.</a:t>
            </a:r>
            <a:endParaRPr lang="en-US" sz="2800" dirty="0"/>
          </a:p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Tonight, you can make an impact.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1: $50,000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2: $25,000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3: $15,000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4: $10,000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5: $5,000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6: $2,500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7: $1,500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8: $500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9: $200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Drop your number. $200 sends one camper to Heather’s Camp.</a:t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ddle Dro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PaddleBg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365760" y="731520"/>
            <a:ext cx="1146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7500" spc="-200" kern="0" dirty="0">
                <a:solidFill>
                  <a:srgbClr val="FFFFFF"/>
                </a:solidFill>
                <a:effectLst>
                  <a:glow rad="254000">
                    <a:srgbClr val="E4002B">
                      <a:alpha val="38000"/>
                    </a:srgbClr>
                  </a:glow>
                </a:effectLst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PADDLE</a:t>
            </a:r>
          </a:p>
          <a:p>
            <a:pPr algn="ctr" indent="0" marL="0">
              <a:lnSpc>
                <a:spcPct val="82000"/>
              </a:lnSpc>
              <a:buNone/>
            </a:pPr>
            <a:r>
              <a:rPr lang="en-US" sz="17500" spc="-100" kern="0" dirty="0">
                <a:solidFill>
                  <a:srgbClr val="FFFFFF"/>
                </a:solidFill>
                <a:effectLst>
                  <a:glow rad="254000">
                    <a:srgbClr val="E4002B">
                      <a:alpha val="38000"/>
                    </a:srgbClr>
                  </a:glow>
                </a:effectLs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DROP</a:t>
            </a:r>
            <a:endParaRPr lang="en-US" sz="175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5394960"/>
            <a:ext cx="944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Your gift tonight goes straight to mission services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ce draw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 winner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4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Winner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for a chance to win.</a:t>
            </a:r>
            <a:b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Tickets are available from Envision team members.</a:t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DINNER IS SERVED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program continues at 7:30 PM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1: $50,000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2: $25,000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3: $15,000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4: $10,000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Program</dc:title>
  <dc:subject>PptxGenJS Presentation</dc:subject>
  <dc:creator>Envision Marketing</dc:creator>
  <cp:lastModifiedBy>Envision Marketing</cp:lastModifiedBy>
  <cp:revision>1</cp:revision>
  <dcterms:created xsi:type="dcterms:W3CDTF">2026-09-15T19:36:45Z</dcterms:created>
  <dcterms:modified xsi:type="dcterms:W3CDTF">2026-09-15T19:36:45Z</dcterms:modified>
</cp:coreProperties>
</file>